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75488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D1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./module_02 --topic linux_essentials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2176272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274320" y="294436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Essentials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274320" y="376732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3–4  ·  20 hours  ·  NQF Level 3–4  ·  US 117014  ·  US 116932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347472" cy="347472"/>
          </a:xfrm>
          <a:prstGeom prst="rect">
            <a:avLst/>
          </a:prstGeom>
          <a:solidFill>
            <a:srgbClr val="0F6E56">
              <a:alpha val="45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084832"/>
            <a:ext cx="347472" cy="347472"/>
          </a:xfrm>
          <a:prstGeom prst="rect">
            <a:avLst/>
          </a:prstGeom>
          <a:solidFill>
            <a:srgbClr val="0F6E56">
              <a:alpha val="37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523744"/>
            <a:ext cx="347472" cy="347472"/>
          </a:xfrm>
          <a:prstGeom prst="rect">
            <a:avLst/>
          </a:prstGeom>
          <a:solidFill>
            <a:srgbClr val="0F6E56">
              <a:alpha val="29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39712" y="1645920"/>
            <a:ext cx="347472" cy="347472"/>
          </a:xfrm>
          <a:prstGeom prst="rect">
            <a:avLst/>
          </a:prstGeom>
          <a:solidFill>
            <a:srgbClr val="0F6E56">
              <a:alpha val="33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9712" y="2084832"/>
            <a:ext cx="347472" cy="347472"/>
          </a:xfrm>
          <a:prstGeom prst="rect">
            <a:avLst/>
          </a:prstGeom>
          <a:solidFill>
            <a:srgbClr val="0F6E56">
              <a:alpha val="25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39712" y="2523744"/>
            <a:ext cx="347472" cy="347472"/>
          </a:xfrm>
          <a:prstGeom prst="rect">
            <a:avLst/>
          </a:prstGeom>
          <a:solidFill>
            <a:srgbClr val="0F6E56">
              <a:alpha val="17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78624" y="1645920"/>
            <a:ext cx="347472" cy="347472"/>
          </a:xfrm>
          <a:prstGeom prst="rect">
            <a:avLst/>
          </a:prstGeom>
          <a:solidFill>
            <a:srgbClr val="0F6E56">
              <a:alpha val="21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78624" y="2084832"/>
            <a:ext cx="347472" cy="347472"/>
          </a:xfrm>
          <a:prstGeom prst="rect">
            <a:avLst/>
          </a:prstGeom>
          <a:solidFill>
            <a:srgbClr val="0F6E56">
              <a:alpha val="13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78624" y="2523744"/>
            <a:ext cx="347472" cy="347472"/>
          </a:xfrm>
          <a:prstGeom prst="rect">
            <a:avLst/>
          </a:prstGeom>
          <a:solidFill>
            <a:srgbClr val="0F6E56">
              <a:alpha val="5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17536" y="1645920"/>
            <a:ext cx="347472" cy="347472"/>
          </a:xfrm>
          <a:prstGeom prst="rect">
            <a:avLst/>
          </a:prstGeom>
          <a:solidFill>
            <a:srgbClr val="0F6E56">
              <a:alpha val="9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17536" y="2084832"/>
            <a:ext cx="347472" cy="347472"/>
          </a:xfrm>
          <a:prstGeom prst="rect">
            <a:avLst/>
          </a:prstGeom>
          <a:solidFill>
            <a:srgbClr val="0F6E56">
              <a:alpha val="1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17536" y="2523744"/>
            <a:ext cx="347472" cy="347472"/>
          </a:xfrm>
          <a:prstGeom prst="rect">
            <a:avLst/>
          </a:prstGeom>
          <a:solidFill>
            <a:srgbClr val="0F6E56">
              <a:alpha val="-7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6448" y="1645920"/>
            <a:ext cx="347472" cy="347472"/>
          </a:xfrm>
          <a:prstGeom prst="rect">
            <a:avLst/>
          </a:prstGeom>
          <a:solidFill>
            <a:srgbClr val="0F6E56">
              <a:alpha val="-3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6448" y="2084832"/>
            <a:ext cx="347472" cy="347472"/>
          </a:xfrm>
          <a:prstGeom prst="rect">
            <a:avLst/>
          </a:prstGeom>
          <a:solidFill>
            <a:srgbClr val="0F6E56">
              <a:alpha val="-11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56448" y="2523744"/>
            <a:ext cx="347472" cy="347472"/>
          </a:xfrm>
          <a:prstGeom prst="rect">
            <a:avLst/>
          </a:prstGeom>
          <a:solidFill>
            <a:srgbClr val="0F6E56">
              <a:alpha val="-19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0" y="1645920"/>
            <a:ext cx="347472" cy="347472"/>
          </a:xfrm>
          <a:prstGeom prst="rect">
            <a:avLst/>
          </a:prstGeom>
          <a:solidFill>
            <a:srgbClr val="0F6E56">
              <a:alpha val="-15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0" y="2084832"/>
            <a:ext cx="347472" cy="347472"/>
          </a:xfrm>
          <a:prstGeom prst="rect">
            <a:avLst/>
          </a:prstGeom>
          <a:solidFill>
            <a:srgbClr val="0F6E56">
              <a:alpha val="-23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0" y="2523744"/>
            <a:ext cx="347472" cy="347472"/>
          </a:xfrm>
          <a:prstGeom prst="rect">
            <a:avLst/>
          </a:prstGeom>
          <a:solidFill>
            <a:srgbClr val="0F6E56">
              <a:alpha val="-31000"/>
            </a:srgbClr>
          </a:solidFill>
          <a:ln w="12700">
            <a:solidFill>
              <a:srgbClr val="0F6E5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2  ·  Linux Essentials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Linux Powers the Cloud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90% of all cloud servers run Linux — this is the operating system of the internet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645920" cy="1645920"/>
          </a:xfrm>
          <a:prstGeom prst="ellipse">
            <a:avLst/>
          </a:prstGeom>
          <a:solidFill>
            <a:srgbClr val="0F6E56">
              <a:alpha val="80000"/>
            </a:srgbClr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6187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AWS EC2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run Linux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645920" cy="1645920"/>
          </a:xfrm>
          <a:prstGeom prst="ellipse">
            <a:avLst/>
          </a:prstGeom>
          <a:solidFill>
            <a:srgbClr val="0F6E56">
              <a:alpha val="80000"/>
            </a:srgbClr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26187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60320" y="20116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world's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1M websites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645920" cy="1645920"/>
          </a:xfrm>
          <a:prstGeom prst="ellipse">
            <a:avLst/>
          </a:prstGeom>
          <a:solidFill>
            <a:srgbClr val="0F6E56">
              <a:alpha val="80000"/>
            </a:srgbClr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26187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top 500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supercomputers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66560" y="1188720"/>
            <a:ext cx="1645920" cy="1645920"/>
          </a:xfrm>
          <a:prstGeom prst="ellipse">
            <a:avLst/>
          </a:prstGeom>
          <a:solidFill>
            <a:srgbClr val="0F6E56">
              <a:alpha val="80000"/>
            </a:srgbClr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26187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766560" y="20116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smartphones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(Android = Linux)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1920240" cy="1664208"/>
          </a:xfrm>
          <a:prstGeom prst="rect">
            <a:avLst/>
          </a:prstGeom>
          <a:solidFill>
            <a:srgbClr val="0F1628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63240"/>
            <a:ext cx="192024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363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LTS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493008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for cloud.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GDA labs use this.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huge community.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3063240"/>
            <a:ext cx="1920240" cy="1664208"/>
          </a:xfrm>
          <a:prstGeom prst="rect">
            <a:avLst/>
          </a:prstGeom>
          <a:solidFill>
            <a:srgbClr val="0F1628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0" y="3063240"/>
            <a:ext cx="192024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31363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51760" y="3493008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AWS-optimised.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Pre-installed tools.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 EC2.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063240"/>
            <a:ext cx="1920240" cy="1664208"/>
          </a:xfrm>
          <a:prstGeom prst="rect">
            <a:avLst/>
          </a:prstGeom>
          <a:solidFill>
            <a:srgbClr val="0F1628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063240"/>
            <a:ext cx="19202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1363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/ CentOS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3493008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standard.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bank servers.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certification.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66560" y="3063240"/>
            <a:ext cx="1920240" cy="1664208"/>
          </a:xfrm>
          <a:prstGeom prst="rect">
            <a:avLst/>
          </a:prstGeom>
          <a:solidFill>
            <a:srgbClr val="0F1628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66560" y="3063240"/>
            <a:ext cx="19202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1363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0" y="3493008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Ultra-stable base.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is built on it.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Security-focused.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2  ·  Linux Essentials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Hierarchy Standard (FHS)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is a file — the tree that organises the entire Linux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06240" y="1188720"/>
            <a:ext cx="640080" cy="320040"/>
          </a:xfrm>
          <a:prstGeom prst="rect">
            <a:avLst/>
          </a:prstGeom>
          <a:solidFill>
            <a:srgbClr val="00FF88">
              <a:alpha val="85000"/>
            </a:srgbClr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06240" y="1188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1005840" cy="320040"/>
          </a:xfrm>
          <a:prstGeom prst="rect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1031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2103120"/>
            <a:ext cx="822960" cy="320040"/>
          </a:xfrm>
          <a:prstGeom prst="rect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28800" y="21031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103120"/>
            <a:ext cx="731520" cy="320040"/>
          </a:xfrm>
          <a:prstGeom prst="rect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103120"/>
            <a:ext cx="731520" cy="320040"/>
          </a:xfrm>
          <a:prstGeom prst="rect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103120"/>
            <a:ext cx="731520" cy="320040"/>
          </a:xfrm>
          <a:prstGeom prst="rect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06640" y="2103120"/>
            <a:ext cx="731520" cy="320040"/>
          </a:xfrm>
          <a:prstGeom prst="rect">
            <a:avLst/>
          </a:prstGeom>
          <a:solidFill>
            <a:srgbClr val="993C1D">
              <a:alpha val="85000"/>
            </a:srgbClr>
          </a:solidFill>
          <a:ln w="12700">
            <a:solidFill>
              <a:srgbClr val="993C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/tmp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" y="1508760"/>
            <a:ext cx="0" cy="59436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240280" y="1508760"/>
            <a:ext cx="0" cy="59436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657600" y="1508760"/>
            <a:ext cx="0" cy="59436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029200" y="1508760"/>
            <a:ext cx="0" cy="59436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400800" y="1508760"/>
            <a:ext cx="0" cy="59436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772400" y="1508760"/>
            <a:ext cx="0" cy="59436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26280" y="1508760"/>
            <a:ext cx="0" cy="594360"/>
          </a:xfrm>
          <a:prstGeom prst="line">
            <a:avLst/>
          </a:prstGeom>
          <a:noFill/>
          <a:ln w="12700">
            <a:solidFill>
              <a:srgbClr val="00FF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2423160"/>
            <a:ext cx="0" cy="36576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65760" y="2798064"/>
            <a:ext cx="1463040" cy="256032"/>
          </a:xfrm>
          <a:prstGeom prst="rect">
            <a:avLst/>
          </a:prstGeom>
          <a:solidFill>
            <a:srgbClr val="12201A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807208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/home/ubuntu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31720" y="2423160"/>
            <a:ext cx="0" cy="36576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828800" y="2798064"/>
            <a:ext cx="1463040" cy="256032"/>
          </a:xfrm>
          <a:prstGeom prst="rect">
            <a:avLst/>
          </a:prstGeom>
          <a:solidFill>
            <a:srgbClr val="12201A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83664" y="2807208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/etc/nginx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94760" y="2423160"/>
            <a:ext cx="0" cy="36576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291840" y="2798064"/>
            <a:ext cx="1463040" cy="256032"/>
          </a:xfrm>
          <a:prstGeom prst="rect">
            <a:avLst/>
          </a:prstGeom>
          <a:solidFill>
            <a:srgbClr val="12201A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46704" y="2807208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/var/log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" y="3246120"/>
            <a:ext cx="1188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home directories — your files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828800" y="3246120"/>
            <a:ext cx="1005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 files (nginx.conf, sshd_config)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91840" y="3246120"/>
            <a:ext cx="914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data: logs, caches, mail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63440" y="3246120"/>
            <a:ext cx="914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binaries: ls, cp, cat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35040" y="3246120"/>
            <a:ext cx="914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programs &amp; libraries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06640" y="3246120"/>
            <a:ext cx="914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files — cleared on reboot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2  ·  Linux Essentials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File System Commands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around, list, read and understand where you are in the filesystem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320040"/>
          </a:xfrm>
          <a:prstGeom prst="rect">
            <a:avLst/>
          </a:prstGeom>
          <a:solidFill>
            <a:srgbClr val="0D1A12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70432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760" y="1170432"/>
            <a:ext cx="2834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Working Directory — where am I?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4114800" cy="320040"/>
          </a:xfrm>
          <a:prstGeom prst="rect">
            <a:avLst/>
          </a:prstGeom>
          <a:solidFill>
            <a:srgbClr val="0A0E1A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08760" y="1508760"/>
            <a:ext cx="2834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files with permissions + hidden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819656"/>
            <a:ext cx="4114800" cy="320040"/>
          </a:xfrm>
          <a:prstGeom prst="rect">
            <a:avLst/>
          </a:prstGeom>
          <a:solidFill>
            <a:srgbClr val="0D1A12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847088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/path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1847088"/>
            <a:ext cx="2834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directory to /path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157984"/>
            <a:ext cx="4114800" cy="320040"/>
          </a:xfrm>
          <a:prstGeom prst="rect">
            <a:avLst/>
          </a:prstGeom>
          <a:solidFill>
            <a:srgbClr val="0A0E1A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185416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08760" y="2185416"/>
            <a:ext cx="2834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home: /home/ubuntu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496312"/>
            <a:ext cx="4114800" cy="320040"/>
          </a:xfrm>
          <a:prstGeom prst="rect">
            <a:avLst/>
          </a:prstGeom>
          <a:solidFill>
            <a:srgbClr val="0D1A12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523744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..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08760" y="2523744"/>
            <a:ext cx="2834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up one level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4114800" cy="320040"/>
          </a:xfrm>
          <a:prstGeom prst="rect">
            <a:avLst/>
          </a:prstGeom>
          <a:solidFill>
            <a:srgbClr val="0A0E1A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862072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file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08760" y="2862072"/>
            <a:ext cx="2834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file contents to terminal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172968"/>
            <a:ext cx="4114800" cy="320040"/>
          </a:xfrm>
          <a:prstGeom prst="rect">
            <a:avLst/>
          </a:prstGeom>
          <a:solidFill>
            <a:srgbClr val="0D1A12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200400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 file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08760" y="3200400"/>
            <a:ext cx="2834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through file (q to quit)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511296"/>
            <a:ext cx="4114800" cy="320040"/>
          </a:xfrm>
          <a:prstGeom prst="rect">
            <a:avLst/>
          </a:prstGeom>
          <a:solidFill>
            <a:srgbClr val="0A0E1A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538728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-20 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08760" y="3538728"/>
            <a:ext cx="2834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 lines of file f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849624"/>
            <a:ext cx="4114800" cy="320040"/>
          </a:xfrm>
          <a:prstGeom prst="rect">
            <a:avLst/>
          </a:prstGeom>
          <a:solidFill>
            <a:srgbClr val="0D1A12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877056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 -f log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08760" y="3877056"/>
            <a:ext cx="2834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log file live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187952"/>
            <a:ext cx="4114800" cy="320040"/>
          </a:xfrm>
          <a:prstGeom prst="rect">
            <a:avLst/>
          </a:prstGeom>
          <a:solidFill>
            <a:srgbClr val="0A0E1A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215384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name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508760" y="4215384"/>
            <a:ext cx="2834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file type without extension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1143000"/>
            <a:ext cx="4206240" cy="3520440"/>
          </a:xfrm>
          <a:prstGeom prst="rect">
            <a:avLst/>
          </a:prstGeom>
          <a:solidFill>
            <a:srgbClr val="0F162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143000"/>
            <a:ext cx="4206240" cy="274320"/>
          </a:xfrm>
          <a:prstGeom prst="rect">
            <a:avLst/>
          </a:prstGeom>
          <a:solidFill>
            <a:srgbClr val="1E2A35"/>
          </a:solidFill>
          <a:ln w="12700">
            <a:solidFill>
              <a:srgbClr val="1E2A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73168" y="120700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120700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02352" y="120700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11795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ubuntu@ec2:~$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91456" y="143560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Lab 2a — navigate your EC2 instance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91456" y="169164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pwd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91456" y="194767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/home/ubuntu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91456" y="220370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-la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91456" y="245973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32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791456" y="271576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drwxr-xr-x  ubuntu  ubuntu  4096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91456" y="297180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-rw-r--r--  ubuntu  ubuntu  .bashrc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91456" y="322783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/var/log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91456" y="348386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791456" y="373989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auth.log  syslog  nginx/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791456" y="399592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-f /var/log/nginx/access.log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791456" y="425196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41.x.x.x GET /index.html 200 612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2  ·  Linux Essentials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Directory Operations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Create, copy, move, delete — and never accidentally lose production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1920240"/>
          </a:xfrm>
          <a:prstGeom prst="rect">
            <a:avLst/>
          </a:prstGeom>
          <a:solidFill>
            <a:srgbClr val="0F162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4206240" cy="274320"/>
          </a:xfrm>
          <a:prstGeom prst="rect">
            <a:avLst/>
          </a:prstGeom>
          <a:solidFill>
            <a:srgbClr val="1E2A35"/>
          </a:solidFill>
          <a:ln w="12700">
            <a:solidFill>
              <a:srgbClr val="1E2A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20700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0700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20700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1795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ubuntu@ec2:~$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2336" y="143560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Creating and organising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2336" y="169164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-p projects/webapp/logs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2336" y="194767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projects/webapp/index.html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" y="220370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index.html index.html.bak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2336" y="245973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 index.html.bak backup/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2336" y="271576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-R projects/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143000"/>
            <a:ext cx="4206240" cy="1920240"/>
          </a:xfrm>
          <a:prstGeom prst="rect">
            <a:avLst/>
          </a:prstGeom>
          <a:solidFill>
            <a:srgbClr val="0F162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143000"/>
            <a:ext cx="4206240" cy="274320"/>
          </a:xfrm>
          <a:prstGeom prst="rect">
            <a:avLst/>
          </a:prstGeom>
          <a:solidFill>
            <a:srgbClr val="1E2A35"/>
          </a:solidFill>
          <a:ln w="12700">
            <a:solidFill>
              <a:srgbClr val="1E2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120700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120700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02352" y="120700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1795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ubuntu@ec2:~$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91456" y="143560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Search and find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91456" y="169164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/etc -name "*.conf" -type f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91456" y="194767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/etc/nginx/nginx.conf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91456" y="220370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/etc/ssh/sshd_config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91456" y="245973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-r "ubuntu" /etc/passwd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91456" y="271576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ubuntu:x:1000:1000::/home/ubuntu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246120"/>
            <a:ext cx="8595360" cy="1508760"/>
          </a:xfrm>
          <a:prstGeom prst="rect">
            <a:avLst/>
          </a:prstGeom>
          <a:solidFill>
            <a:srgbClr val="1A0800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246120"/>
            <a:ext cx="8595360" cy="54864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328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MOST DANGEROUS COMMANDS IN LINUX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657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 /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03120" y="365760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EVERYTHING recursively — destroys the OS. No recovery. No undo.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39684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 *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03120" y="3968496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everything in the current directory. Fatal if run as root in /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42793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-R 777 /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103120" y="427939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all security from every file. Never do this on a server.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2  ·  Linux Essentials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Pipes, Redirection &amp; Text Processing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commands together — the Linux philosophy: one tool does one thing well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011680" cy="2103120"/>
          </a:xfrm>
          <a:prstGeom prst="rect">
            <a:avLst/>
          </a:prstGeom>
          <a:solidFill>
            <a:srgbClr val="0F1628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704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output of one command as input to the next.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cmd1 | cmd2 | cmd3 — unlimited chaining.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1143000"/>
            <a:ext cx="2011680" cy="2103120"/>
          </a:xfrm>
          <a:prstGeom prst="rect">
            <a:avLst/>
          </a:prstGeom>
          <a:solidFill>
            <a:srgbClr val="0F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1704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17627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stdout to a file (overwrites existing).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&gt; file.txt — creates or replaces the file.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2011680" cy="2103120"/>
          </a:xfrm>
          <a:prstGeom prst="rect">
            <a:avLst/>
          </a:prstGeom>
          <a:solidFill>
            <a:srgbClr val="0F1628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1704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548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17627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stdout to a file (does not overwrite).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"line" &gt;&gt; file.txt — adds to the end.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0" y="1143000"/>
            <a:ext cx="2011680" cy="2103120"/>
          </a:xfrm>
          <a:prstGeom prst="rect">
            <a:avLst/>
          </a:prstGeom>
          <a:solidFill>
            <a:srgbClr val="0F1628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11704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2&gt;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4944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STDERR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217627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error output separately.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2&gt; errors.log — capture errors only.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401568"/>
            <a:ext cx="8595360" cy="1463040"/>
          </a:xfrm>
          <a:prstGeom prst="rect">
            <a:avLst/>
          </a:prstGeom>
          <a:solidFill>
            <a:srgbClr val="0F162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401568"/>
            <a:ext cx="8595360" cy="274320"/>
          </a:xfrm>
          <a:prstGeom prst="rect">
            <a:avLst/>
          </a:prstGeom>
          <a:solidFill>
            <a:srgbClr val="1E2A35"/>
          </a:solidFill>
          <a:ln w="12700">
            <a:solidFill>
              <a:srgbClr val="1E2A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465576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46557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3465576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438144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ubuntu@ec2:~$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02336" y="3694176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Real pipeline examples from cloud operations: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02336" y="3950208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/var/log/nginx/access.log | grep "404" | wc -l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02336" y="4206240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847   → 847 requests returned 404 today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02336" y="4462272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aux | grep nginx | grep -v grep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2  ·  Linux Essentials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Editors: nano vs vim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cloud engineer edits config files on servers — you need this skill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3520440"/>
          </a:xfrm>
          <a:prstGeom prst="rect">
            <a:avLst/>
          </a:prstGeom>
          <a:solidFill>
            <a:srgbClr val="0F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1480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9576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 —  The beginner-friendly editor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627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file (Write Out)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9476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1947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nano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2677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2677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current line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5877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Ctrl+U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2587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cut line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9077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2907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(Where)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2278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3227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help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547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Ctrl+/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547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line number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8679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 keys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38679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cursor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143000"/>
            <a:ext cx="4114800" cy="3520440"/>
          </a:xfrm>
          <a:prstGeom prst="rect">
            <a:avLst/>
          </a:prstGeom>
          <a:solidFill>
            <a:srgbClr val="0F1628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143000"/>
            <a:ext cx="411480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179576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 —  Powerful, everywhere, worth learning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28032" y="16276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79008" y="16276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INSERT mode (start typing)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28032" y="1947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79008" y="19476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NORMAL mode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28032" y="22677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79008" y="22677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(write) the file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28032" y="25877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:q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79008" y="25877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 vim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28032" y="2907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:wq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79008" y="29077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quit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28032" y="32278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:q!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79008" y="32278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 without saving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28032" y="35478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79008" y="3547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current line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28032" y="3867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yy / 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79008" y="38679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line / Paste line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solidFill>
            <a:srgbClr val="0D2010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69087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GDA advice: use nano for all labs. Learn vim basics so you can exit it when you accidentally open it.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2  ·  Linux Essentials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Permissions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can read, write, execute — the foundation of Linux security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713232" cy="530352"/>
          </a:xfrm>
          <a:prstGeom prst="rect">
            <a:avLst/>
          </a:prstGeom>
          <a:solidFill>
            <a:srgbClr val="111820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7132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0624" y="1664208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80160" y="1097280"/>
            <a:ext cx="713232" cy="530352"/>
          </a:xfrm>
          <a:prstGeom prst="rect">
            <a:avLst/>
          </a:prstGeom>
          <a:solidFill>
            <a:srgbClr val="0F1628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80160" y="1115568"/>
            <a:ext cx="7132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43584" y="1664208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03120" y="1097280"/>
            <a:ext cx="713232" cy="530352"/>
          </a:xfrm>
          <a:prstGeom prst="rect">
            <a:avLst/>
          </a:prstGeom>
          <a:solidFill>
            <a:srgbClr val="0F1628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03120" y="1115568"/>
            <a:ext cx="7132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66544" y="1664208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26080" y="1097280"/>
            <a:ext cx="713232" cy="530352"/>
          </a:xfrm>
          <a:prstGeom prst="rect">
            <a:avLst/>
          </a:prstGeom>
          <a:solidFill>
            <a:srgbClr val="0F1628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26080" y="1115568"/>
            <a:ext cx="7132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889504" y="1664208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49040" y="1097280"/>
            <a:ext cx="713232" cy="530352"/>
          </a:xfrm>
          <a:prstGeom prst="rect">
            <a:avLst/>
          </a:prstGeom>
          <a:solidFill>
            <a:srgbClr val="0F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49040" y="1115568"/>
            <a:ext cx="7132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12464" y="1664208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0" y="1097280"/>
            <a:ext cx="713232" cy="530352"/>
          </a:xfrm>
          <a:prstGeom prst="rect">
            <a:avLst/>
          </a:prstGeom>
          <a:solidFill>
            <a:srgbClr val="111820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1115568"/>
            <a:ext cx="7132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35424" y="1664208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94960" y="1097280"/>
            <a:ext cx="713232" cy="530352"/>
          </a:xfrm>
          <a:prstGeom prst="rect">
            <a:avLst/>
          </a:prstGeom>
          <a:solidFill>
            <a:srgbClr val="0F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94960" y="1115568"/>
            <a:ext cx="7132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58384" y="1664208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17920" y="1097280"/>
            <a:ext cx="713232" cy="530352"/>
          </a:xfrm>
          <a:prstGeom prst="rect">
            <a:avLst/>
          </a:prstGeom>
          <a:solidFill>
            <a:srgbClr val="0F1628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1115568"/>
            <a:ext cx="7132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81344" y="1664208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040880" y="1097280"/>
            <a:ext cx="713232" cy="530352"/>
          </a:xfrm>
          <a:prstGeom prst="rect">
            <a:avLst/>
          </a:prstGeom>
          <a:solidFill>
            <a:srgbClr val="111820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040880" y="1115568"/>
            <a:ext cx="7132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004304" y="1664208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863840" y="1097280"/>
            <a:ext cx="713232" cy="530352"/>
          </a:xfrm>
          <a:prstGeom prst="rect">
            <a:avLst/>
          </a:prstGeom>
          <a:solidFill>
            <a:srgbClr val="111820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863840" y="1115568"/>
            <a:ext cx="7132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827264" y="1664208"/>
            <a:ext cx="786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280160" y="2212848"/>
            <a:ext cx="2359152" cy="0"/>
          </a:xfrm>
          <a:prstGeom prst="line">
            <a:avLst/>
          </a:prstGeom>
          <a:noFill/>
          <a:ln w="12700">
            <a:solidFill>
              <a:srgbClr val="00FF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80160" y="2249424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2212848"/>
            <a:ext cx="2359152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2249424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2212848"/>
            <a:ext cx="2359152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2249424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26974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quick reference — octal notation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74320" y="3035808"/>
            <a:ext cx="4114800" cy="320040"/>
          </a:xfrm>
          <a:prstGeom prst="rect">
            <a:avLst/>
          </a:prstGeom>
          <a:solidFill>
            <a:srgbClr val="0D1A12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063240"/>
            <a:ext cx="548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60120" y="3063240"/>
            <a:ext cx="777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828800" y="3063240"/>
            <a:ext cx="2468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— read, write, execute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3374136"/>
            <a:ext cx="4114800" cy="320040"/>
          </a:xfrm>
          <a:prstGeom prst="rect">
            <a:avLst/>
          </a:prstGeom>
          <a:solidFill>
            <a:srgbClr val="0A0E1A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3401568"/>
            <a:ext cx="548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60120" y="3401568"/>
            <a:ext cx="777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828800" y="3401568"/>
            <a:ext cx="2468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only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3712464"/>
            <a:ext cx="4114800" cy="320040"/>
          </a:xfrm>
          <a:prstGeom prst="rect">
            <a:avLst/>
          </a:prstGeom>
          <a:solidFill>
            <a:srgbClr val="0D1A12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3739896"/>
            <a:ext cx="548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60120" y="3739896"/>
            <a:ext cx="777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r-x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828800" y="3739896"/>
            <a:ext cx="2468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execute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4050792"/>
            <a:ext cx="4114800" cy="320040"/>
          </a:xfrm>
          <a:prstGeom prst="rect">
            <a:avLst/>
          </a:prstGeom>
          <a:solidFill>
            <a:srgbClr val="0A0E1A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4078224"/>
            <a:ext cx="548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960120" y="4078224"/>
            <a:ext cx="777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r--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828800" y="4078224"/>
            <a:ext cx="2468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74320" y="4389120"/>
            <a:ext cx="4114800" cy="320040"/>
          </a:xfrm>
          <a:prstGeom prst="rect">
            <a:avLst/>
          </a:prstGeom>
          <a:solidFill>
            <a:srgbClr val="0D1A12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" y="4416552"/>
            <a:ext cx="548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960120" y="4416552"/>
            <a:ext cx="777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828800" y="4416552"/>
            <a:ext cx="2468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permissions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663440" y="2697480"/>
            <a:ext cx="4206240" cy="2011680"/>
          </a:xfrm>
          <a:prstGeom prst="rect">
            <a:avLst/>
          </a:prstGeom>
          <a:solidFill>
            <a:srgbClr val="0F162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63440" y="2697480"/>
            <a:ext cx="4206240" cy="274320"/>
          </a:xfrm>
          <a:prstGeom prst="rect">
            <a:avLst/>
          </a:prstGeom>
          <a:solidFill>
            <a:srgbClr val="1E2A35"/>
          </a:solidFill>
          <a:ln w="12700">
            <a:solidFill>
              <a:srgbClr val="1E2A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73168" y="276148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37760" y="276148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102352" y="276148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03520" y="27340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ubuntu@ec2:~$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791456" y="299008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Common permission operations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791456" y="324612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-la /var/www/html/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791456" y="350215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-rw-r--r-- www-data index.html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791456" y="375818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644 index.html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791456" y="401421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755 /var/www/html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4791456" y="427024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chown www-data:www-data index.html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2  ·  Linux Essentials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Management &amp; Installing nginx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is Ubuntu's software manager — it handles dependencies automatically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1600200" cy="1371600"/>
          </a:xfrm>
          <a:prstGeom prst="rect">
            <a:avLst/>
          </a:prstGeom>
          <a:solidFill>
            <a:srgbClr val="0F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170432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update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1453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package list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Ubuntu repositories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74520" y="14630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11680" y="1115568"/>
            <a:ext cx="1600200" cy="1371600"/>
          </a:xfrm>
          <a:prstGeom prst="rect">
            <a:avLst/>
          </a:prstGeom>
          <a:solidFill>
            <a:srgbClr val="0F1628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84832" y="1170432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upgrade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84832" y="1691640"/>
            <a:ext cx="1453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all available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(security patches)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11880" y="14630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49040" y="1115568"/>
            <a:ext cx="1600200" cy="1371600"/>
          </a:xfrm>
          <a:prstGeom prst="rect">
            <a:avLst/>
          </a:prstGeom>
          <a:solidFill>
            <a:srgbClr val="0F1628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22192" y="1170432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install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22192" y="1691640"/>
            <a:ext cx="1453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nginx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49240" y="14630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0" y="1115568"/>
            <a:ext cx="1600200" cy="1371600"/>
          </a:xfrm>
          <a:prstGeom prst="rect">
            <a:avLst/>
          </a:prstGeom>
          <a:solidFill>
            <a:srgbClr val="0F1628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59552" y="1170432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 nginx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59552" y="1691640"/>
            <a:ext cx="1453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 boot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86600" y="14630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23760" y="1115568"/>
            <a:ext cx="1600200" cy="1371600"/>
          </a:xfrm>
          <a:prstGeom prst="rect">
            <a:avLst/>
          </a:prstGeom>
          <a:solidFill>
            <a:srgbClr val="0F1628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96912" y="1170432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running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browser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96912" y="1691640"/>
            <a:ext cx="1453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working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server!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697480"/>
            <a:ext cx="8595360" cy="2103120"/>
          </a:xfrm>
          <a:prstGeom prst="rect">
            <a:avLst/>
          </a:prstGeom>
          <a:solidFill>
            <a:srgbClr val="0F162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697480"/>
            <a:ext cx="8595360" cy="274320"/>
          </a:xfrm>
          <a:prstGeom prst="rect">
            <a:avLst/>
          </a:prstGeom>
          <a:solidFill>
            <a:srgbClr val="1E2A35"/>
          </a:solidFill>
          <a:ln w="12700">
            <a:solidFill>
              <a:srgbClr val="1E2A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276148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76148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276148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273405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ubuntu@ec2:~$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2336" y="2990088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Complete nginx installation and setup on Ubuntu 22.04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02336" y="3246120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update &amp;&amp; sudo apt upgrade -y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02336" y="3502152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Reading package lists... Done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02336" y="3758184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Calculating upgrade... Done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02336" y="4014216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install nginx -y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02336" y="4270248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Setting up nginx (1.18.0-6ubuntu14)...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02336" y="4526280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systemctl enable nginx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2  ·  Linux Essentials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 &amp; System Monitoring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 what your server is doing — diagnose issues before they become outages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1965960"/>
          </a:xfrm>
          <a:prstGeom prst="rect">
            <a:avLst/>
          </a:prstGeom>
          <a:solidFill>
            <a:srgbClr val="0F162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4206240" cy="274320"/>
          </a:xfrm>
          <a:prstGeom prst="rect">
            <a:avLst/>
          </a:prstGeom>
          <a:solidFill>
            <a:srgbClr val="1E2A35"/>
          </a:solidFill>
          <a:ln w="12700">
            <a:solidFill>
              <a:srgbClr val="1E2A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20700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0700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20700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1795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ubuntu@ec2:~$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2336" y="143560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 all running processes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2336" y="169164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aux | head -8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2336" y="194767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   PID %CPU %MEM CMD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" y="220370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root     1  0.0  0.1 /sbin/init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2336" y="245973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www-data 900 0.2  1.4 nginx: worker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2336" y="271576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top                  # live view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143000"/>
            <a:ext cx="4206240" cy="1965960"/>
          </a:xfrm>
          <a:prstGeom prst="rect">
            <a:avLst/>
          </a:prstGeom>
          <a:solidFill>
            <a:srgbClr val="0F162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143000"/>
            <a:ext cx="4206240" cy="274320"/>
          </a:xfrm>
          <a:prstGeom prst="rect">
            <a:avLst/>
          </a:prstGeom>
          <a:solidFill>
            <a:srgbClr val="1E2A35"/>
          </a:solidFill>
          <a:ln w="12700">
            <a:solidFill>
              <a:srgbClr val="1E2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120700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120700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02352" y="120700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1795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ubuntu@ec2:~$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91456" y="143560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Disk and memory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91456" y="169164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df -h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91456" y="194767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Filesystem  Size  Used Avail Use%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91456" y="220370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/dev/xvda1   20G   12G   7G  63%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91456" y="245973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free -h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91456" y="271576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 used  free  buff/cache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273552"/>
            <a:ext cx="8595360" cy="1536192"/>
          </a:xfrm>
          <a:prstGeom prst="rect">
            <a:avLst/>
          </a:prstGeom>
          <a:solidFill>
            <a:srgbClr val="0F162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273552"/>
            <a:ext cx="8595360" cy="274320"/>
          </a:xfrm>
          <a:prstGeom prst="rect">
            <a:avLst/>
          </a:prstGeom>
          <a:solidFill>
            <a:srgbClr val="1E2A35"/>
          </a:solidFill>
          <a:ln w="12700">
            <a:solidFill>
              <a:srgbClr val="1E2A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3337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3337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" y="3337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331012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ubuntu@ec2:~$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02336" y="3566160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SSH — Secure Shell — connect to any remote server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02336" y="3822192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 -i my-key.pem ubuntu@41.x.x.x          # connect from laptop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02336" y="4078224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ssh-keygen -t rsa -b 4096                   # generate a new key pair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02336" y="4334256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scp -i my-key.pem file.txt ubuntu@41.x.x.x:/home/ubuntu/  # copy file to server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2  ·  Linux Essentials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Scripting — Automate Everything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script you write once can run forever. Cloud automation starts here.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3474720" cy="2944368"/>
          </a:xfrm>
          <a:prstGeom prst="rect">
            <a:avLst/>
          </a:prstGeom>
          <a:solidFill>
            <a:srgbClr val="070B12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3474720" cy="274320"/>
          </a:xfrm>
          <a:prstGeom prst="rect">
            <a:avLst/>
          </a:prstGeom>
          <a:solidFill>
            <a:srgbClr val="1E2A35"/>
          </a:solidFill>
          <a:ln w="12700">
            <a:solidFill>
              <a:srgbClr val="1E2A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179576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7957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179576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1521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backup.sh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2336" y="143560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" y="1737360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Backup script for GDA lab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2039112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DATE=$(date +%Y-%m-%d)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" y="2340864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BACKUP_DIR="/home/ubuntu/backups"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2336" y="264261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"$BACKUP_DIR"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2336" y="29443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-czf "$BACKUP_DIR/backup-$DATE.tar.gz" /var/www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3246120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"Backup complete: backup-$DATE.tar.gz"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3547872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 $? -eq 0 ]; then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02336" y="3849624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"SUCCESS" | mail -s "Backup" admin@co.za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2336" y="41513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85616" y="1554480"/>
            <a:ext cx="548640" cy="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370832" y="14356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Shebang line — tells the OS to use bash as the interpreter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785616" y="1856232"/>
            <a:ext cx="548640" cy="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370832" y="17373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— starts with #, ignored by bash, documents the code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85616" y="2157984"/>
            <a:ext cx="548640" cy="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370832" y="20391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assignment — no spaces around = sign (common mistake!)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85616" y="2459736"/>
            <a:ext cx="548640" cy="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370832" y="23408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variable — can use $BACKUP_DIR anywhere after this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85616" y="2761488"/>
            <a:ext cx="548640" cy="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370832" y="26426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directory — -p means don't error if it already exists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785616" y="3063240"/>
            <a:ext cx="548640" cy="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370832" y="2944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tar: create compressed archive of /var/www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785616" y="3364992"/>
            <a:ext cx="548640" cy="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4370832" y="32461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confirmation to stdout with variable interpolation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785616" y="3666744"/>
            <a:ext cx="548640" cy="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4370832" y="35478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$? = exit code of last command. 0 = success. Non-zero = error.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785616" y="3968496"/>
            <a:ext cx="548640" cy="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4370832" y="38496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success message to mail command — real alerting pattern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785616" y="4270248"/>
            <a:ext cx="548640" cy="0"/>
          </a:xfrm>
          <a:prstGeom prst="line">
            <a:avLst/>
          </a:prstGeom>
          <a:noFill/>
          <a:ln w="12700">
            <a:solidFill>
              <a:srgbClr val="7A8BA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370832" y="415137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if block — always required in bash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2  ·  Linux Essentials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A14"/>
          </a:solidFill>
          <a:ln w="12700">
            <a:solidFill>
              <a:srgbClr val="0A1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GDA Linux Cheat Sheet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this slide — you'll use these commands in every module from here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1627632" cy="3611880"/>
          </a:xfrm>
          <a:prstGeom prst="rect">
            <a:avLst/>
          </a:prstGeom>
          <a:solidFill>
            <a:srgbClr val="0F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1627632" cy="31089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43000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490472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  —  where am I?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2093976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  —  list with permissions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2697480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/path  —  change directory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3300984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  —  go home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390448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..  —  go up one level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0" y="1115568"/>
            <a:ext cx="1627632" cy="3611880"/>
          </a:xfrm>
          <a:prstGeom prst="rect">
            <a:avLst/>
          </a:prstGeom>
          <a:solidFill>
            <a:srgbClr val="0F1628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0" y="1115568"/>
            <a:ext cx="1627632" cy="31089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66544" y="1143000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84832" y="1490472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src dst  —  copy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084832" y="2093976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 src dst  —  move/rename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84832" y="2697480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 dir  —  delete (careful!)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84832" y="3300984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 —  make dirs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84832" y="390448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/ -name f  —  search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49040" y="1115568"/>
            <a:ext cx="1627632" cy="3611880"/>
          </a:xfrm>
          <a:prstGeom prst="rect">
            <a:avLst/>
          </a:prstGeom>
          <a:solidFill>
            <a:srgbClr val="0F1628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1115568"/>
            <a:ext cx="1627632" cy="31089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03904" y="1143000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22192" y="1490472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file  —  print all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22192" y="2093976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 file  —  scroll view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22192" y="2697480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"str" f  —  search text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22192" y="3300984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head/tail -n  —  first/last 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22192" y="390448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 -l  —  count lines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0" y="1115568"/>
            <a:ext cx="1627632" cy="3611880"/>
          </a:xfrm>
          <a:prstGeom prst="rect">
            <a:avLst/>
          </a:prstGeom>
          <a:solidFill>
            <a:srgbClr val="0F1628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0" y="1115568"/>
            <a:ext cx="1627632" cy="3108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41264" y="1143000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59552" y="1490472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644 f  —  rw-r--r--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59552" y="2093976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755 d  —  rwxr-xr-x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59552" y="2697480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chown u:g f  —  change owner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59552" y="3300984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cmd  —  run as root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59552" y="390448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  —  current user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223760" y="1115568"/>
            <a:ext cx="1627632" cy="3611880"/>
          </a:xfrm>
          <a:prstGeom prst="rect">
            <a:avLst/>
          </a:prstGeom>
          <a:solidFill>
            <a:srgbClr val="0F1628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223760" y="1115568"/>
            <a:ext cx="1627632" cy="31089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78624" y="1143000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96912" y="1490472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  —  all processes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296912" y="2093976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-9 PID  —  force kill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96912" y="2697480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-h  —  disk usage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296912" y="3300984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-h  —  memory usage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296912" y="3904488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/ htop  —  live monitor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2  ·  Linux Essentials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cloud_launchpad --module 2 --status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Essentials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999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Lab 2a — SSH into EC2, navigate filesystem, use tail -f on nginx log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Lab 2b — chmod practice: fix broken permissions on web root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6210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Lab 2c — Write backup.sh script, run with cron every night at 2am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Lab 2d — Install nginx, serve a custom HTML page, verify in browser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315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Next: Module 3 — Networking Fundamentals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2  ·  Linux Essentials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— Linux Essentials</dc:title>
  <dc:subject>PptxGenJS Presentation</dc:subject>
  <dc:creator>Ginashe Digital Academy</dc:creator>
  <cp:lastModifiedBy>Ginashe Digital Academy</cp:lastModifiedBy>
  <cp:revision>1</cp:revision>
  <dcterms:created xsi:type="dcterms:W3CDTF">2026-04-20T06:37:24Z</dcterms:created>
  <dcterms:modified xsi:type="dcterms:W3CDTF">2026-04-20T06:37:24Z</dcterms:modified>
</cp:coreProperties>
</file>